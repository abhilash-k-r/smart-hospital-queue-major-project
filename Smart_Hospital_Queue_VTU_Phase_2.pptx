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VISVESVARAYA TECHNOLOGICAL UNIVERSITY, BELAGAVI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AI-Based Smart Hospital Queue Prediction and</a:t>
            </a:r>
            <a:br/>
            <a:r>
              <a:t>Patient Arrival Time Optimization System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Major Project Phase 2 Presentation | Academic Year 2025–2026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PROJECT ASSOCIATES (Dept. of CSE)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Abhilash K R  –  Lead, ML &amp; Backend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Anjanadri T N  –  Database &amp; System Infrastructure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Laxuman Ghotale  –  Patient App Frontend UI/UX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Naveen L  –  Staff Dashboard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UNDER THE GUIDANCE OF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Dr. R. Rajeswari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Professor, Department of Computer Science &amp; Engineering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Shridevi Institute of Engineering &amp; Technology (SIET)</a:t>
            </a:r>
            <a:br/>
            <a:r>
              <a:t>Sira Road, Tumakuru – 572106, Karnataka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2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Introduction &amp;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The Outpatient Reality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Hospital Outpatient Departments (OPDs) operate on dynamic, loosely estimated queues rather than strict timetables.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High patient influx leads to severe lobby crowding, seating shortages, and increased risk of nosocomial infections.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Patients face complete uncertainty regarding their actual consultation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The Core Missing Link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Patients are never advised when to actually leave their homes.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Leaving too early results in 1 to 3 hours of exhausting waiting-room idle time.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Leaving too late causes missed queue slots, doctor schedule disturbances, and administrative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Our Core Novelty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Couples Random Forest wait-time regression with Google Maps live travel time estimation.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Delivers a proactive, personalized 'Leave Now' alert right when travel time converges with remaining wait time.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Drift correction automatically updates patients if emergencies or doctor delays shift the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3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Problem Statement &amp;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EXISTING SYSTEM LIMITATIONS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❌ Static or Vague Wait Estimates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Existing apps (e.g., Practo) provide generic appointment slots without factoring in live consultation delays or peak-hour surges.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❌ No Location / Travel Awareness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Systems do not account for where the patient resides or current road traffic conditions between home and hospital.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❌ Fragility to Triage Disruptions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Walk-in emergency cases or doctor delays immediately invalidate manual estimates, leaving patients uninformed.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❌ Lounge Overcrowding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Patients crowd waiting areas hours in advance due to fear of losing their queue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FORMAL PROBLEM STATEMENT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💡 To develop an AI-powered healthcare dispatch ecosystem that eliminates outpatient waiting-room congestion by dynamically predicting patient wait time using Random Forest regression and continuously tracking live travel time.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💡 The system must compute the exact convergence point (Predicted Wait ≈ Travel Time) and dispatch a single, actionable 'Leave Now' alert, while maintaining dynamic drift resilience during staff triage emergencies and clinical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4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Objective 1: Machine Learning Wait-Time Model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Train a scikit-learn Random Forest Regressor on historical doctor pace, department, queue length, day, and time-of-day to predict wait times within a bounded range (±15%) with explainability.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Objective 2: Travel-Time-Aware Departure Engine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Integrate Google Maps Distance Matrix API to continuously monitor home-to-hospital commute duration and trigger a proactive 'Leave Now' alert upon convergence.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Objective 3: Robust Staff Triage &amp; Disruption Control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Provide hospital staff with real-time controls for emergency walk-in insertion (atomic queue bumping), doctor delay overlays, and patient skip actions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Objective 4: Dual Multi-Channel Dispatch Alerting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</a:defRPr>
            </a:pPr>
            <a:r>
              <a:t>Deliver synchronized, rich WhatsApp notifications (with 1-click Google Maps navigation) and compact GSM SMS alerts ensuring 100% patient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5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Literature Survey &amp;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2103120"/>
                <a:gridCol w="2926080"/>
                <a:gridCol w="2743200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Paper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 / Tool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Major Findings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Handayani et al. [1]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Predicted ophthalmology treatment time accurately from demographic features.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 live queue dynamics or travel time awareness.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Teramoto &amp; Kuwata 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Smartphone GPS Check-in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Alerted patients 10 mins before turn when within 500m of hospital.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 home departure guidance; no learned ML wait-time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Joseph et al. [9]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Random Forest &amp; XGBoost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Outperformed linear baselines in outpatient clinic wait prediction.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Static predictions; lacks patient-facing departure alerts.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Eshghali et al. [18]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RF + GIS Operating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Combined surgery duration model with GIS arrival for OR scheduling.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Applied to internal surgery scheduling, not OPD home dispatch.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PROPOSED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Random Forest + Distance Matrix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Achieved MAE 4.69m (56% improvement) with proactive leave alerts.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Closes the gap: First system combining ML wait prediction with live home travel.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6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Existing System vs.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EXISTING APPROACH (e.g. Practo, Manual OPD)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Fixed Time Slots: Allocates rigid slots (e.g., 10:00 AM) that ignore real-time consultation delays.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Zero Commute Intelligence: Does not calculate whether a patient lives 2 km or 30 km away.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Blind Waiting: Patients arrive hours early, causing severe lobby overcrowding and infectious exposure.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Unresponsive to Emergencies: If an acute trauma patient enters, regular patients are neither informed nor dynamically rescheduled.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Opaque Estimates: Displays bare token numbers without explaining wait-time factors.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PROPOSED NOVEL SYSTEM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ML Wait Regression: Random Forest predicts dynamic wait time based on doctor pace and queue depth.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Live Travel Convergence: Continuously compares wait time against Google Maps travel duration.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Proactive Departure Notification: Patient relaxes at home; alert fires exactly when it is time to leave.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Atomic Emergency Bumping: Staff inserts emergency cases at Position #1, shifting regular queues instantly.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Two-Tier Delay Overlay: Staff doctor delays are cleanly layered on top of the statistical baseline.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✓ Explainable AI: Each prediction includes an intuitive reason (e.g., doctor pace, peak-hour load).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7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Layer 1: User Interfaces</a:t>
            </a:r>
          </a:p>
          <a:p>
            <a:pPr>
              <a:spcBef>
                <a:spcPts val="100"/>
              </a:spcBef>
              <a:defRPr sz="950" b="1">
                <a:solidFill>
                  <a:srgbClr val="0D9488"/>
                </a:solidFill>
              </a:defRPr>
            </a:pPr>
            <a:r>
              <a:t>React.js + Tailwind CSS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Patient Web App: Symptom triage, doctor booking, live countdown card, leave-now alert.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Staff Triage Portal: Live OPD monitor, emergency insertion, doctor disruption manager.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Layer 2: API Gateway &amp; Core</a:t>
            </a:r>
          </a:p>
          <a:p>
            <a:pPr>
              <a:spcBef>
                <a:spcPts val="100"/>
              </a:spcBef>
              <a:defRPr sz="950" b="1">
                <a:solidFill>
                  <a:srgbClr val="0D9488"/>
                </a:solidFill>
              </a:defRPr>
            </a:pPr>
            <a:r>
              <a:t>Python FastAPI (Port 8000)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28 REST Endpoints handling Authentication (JWT), Queue State, and Triage Engine.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Two-Tier Hybrid Architecture: apply_operational_delay_overlay() for live doctor disruptions.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Layer 3: Machine Learning Engine</a:t>
            </a:r>
          </a:p>
          <a:p>
            <a:pPr>
              <a:spcBef>
                <a:spcPts val="100"/>
              </a:spcBef>
              <a:defRPr sz="950" b="1">
                <a:solidFill>
                  <a:srgbClr val="0D9488"/>
                </a:solidFill>
              </a:defRPr>
            </a:pPr>
            <a:r>
              <a:t>Scikit-Learn Random Forest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Embedded model (wait_time_model.pkl) predicting consultation wait within ±15% band.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Poisson-distributed queue modeling (4,000 records) achieving R² = 0.965.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Layer 4: Data &amp; External Services</a:t>
            </a:r>
          </a:p>
          <a:p>
            <a:pPr>
              <a:spcBef>
                <a:spcPts val="100"/>
              </a:spcBef>
              <a:defRPr sz="950" b="1">
                <a:solidFill>
                  <a:srgbClr val="0D9488"/>
                </a:solidFill>
              </a:defRPr>
            </a:pPr>
            <a:r>
              <a:t>Neon PostgreSQL &amp; Google Maps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7 Relational Tables: Patients, Doctors, Departments, Symptoms, Appointments, QueueLogs, Staff.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Google Maps Distance Matrix &amp; Geolocation API for real-time commute calculation.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8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Methodology &amp; Algorithmic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1: Patient Symptom Triage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Patient selects clinical symptom (e.g. Chest Pain) -&gt; System maps to appropriate department via admin-configurable lookup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2: ML Wait-Time Prediction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Random Forest Regressor (200 trees, depth 10) predicts remaining wait from doctor pace, day, hour, queue depth, and patient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3: Distance &amp; Commute Calculation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System queries Google Maps Distance Matrix API using patient GPS coordinates and hospital location (13.376230, 77.097439).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4: Convergence &amp; Departure Trigger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Algorithm evaluates: If Travel Time &gt;= Predicted Wait - Buffer -&gt; Fire 'LEAVE NOW' Alert via Push, WhatsApp, and 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Step 5: Dynamic Disruption Adaptation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If emergency inserted at triage, queue position atomically shifts (+1); departure engine recalculates and pushes revised advisory.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9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Technology Stack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Frontend Technologies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React 18 &amp; Vite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High-performance Single Page Applications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Tailwind CSS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Modern responsive UI design system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Lucide React Icons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Visual clinical &amp; telemetry iconography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Backend &amp; APIs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Python 3.11 &amp; FastAPI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Asynchronous, high-throughput REST API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SQLModel / SQLAlchemy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Type-safe database ORM and relations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Jose &amp; Passlib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JWT Bearer auth &amp; bcrypt password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Machine Learning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Scikit-Learn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Random Forest Regressor (200 estimators)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Pandas &amp; NumPy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One-hot encoding &amp; matrix operations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Joblib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Serialized model serialization (.pkl)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Cloud &amp; Infrastructure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Neon PostgreSQL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Serverless cloud relational database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Google Maps APIs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Distance Matrix &amp; Geolocation APIs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GitHub Actions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Version control, branching &amp; CI/CD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10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System Module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1. Patient Portal &amp; Booking Module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Handles patient authentication, symptom-guided department routing, doctor selection, appointment scheduling, and live token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2. Machine Learning Wait-Time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Embedded scikit-learn model executing real-time wait estimation using one-hot encoded clinical parameters, returning a bounded wait range with explanations.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3. Departure Optimization &amp; Alerting Module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Calculates Haversine/Distance Matrix commute times, compares against remaining queue wait, and dispatches proactive 'Leave Now' alerts with navigation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4. Staff Triage &amp; Disruption Management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Empowers triage staff with emergency patient front-of-line insertion, doctor delay buffering (+15m/+30m), and queue advancement ('Call Next').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5. Post-Consultation Audit &amp; Retraining Module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Logs actual consultation start times against ML predictions into the 'queue_logs' table to evaluate model accuracy and support periodic retraining.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11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Database Design (7 SQLModel Relational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patients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name, phone, email, password_hash, created_at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doctors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name, department_id (FK), avg_consult_minutes, room, qualification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departments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name, code, 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symptom_mapping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symptom_name, department_id (FK), severity_level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appointments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patient_id (FK), doctor_id (FK), booked_time, status, queue_position,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queue_logs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appointment_id (FK), predicted_wait, actual_wait, delta_minutes, timestamp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📊 Table: staff_users</a:t>
            </a:r>
          </a:p>
          <a:p>
            <a:pPr>
              <a:spcBef>
                <a:spcPts val="200"/>
              </a:spcBef>
              <a:defRPr sz="900">
                <a:solidFill>
                  <a:srgbClr val="475569"/>
                </a:solidFill>
              </a:defRPr>
            </a:pPr>
            <a:r>
              <a:t>Columns: id (PK), name, username, email, role, password_hash, department_id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12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Experimental Results &amp; Model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Evaluated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(min)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 (min)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10.64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14.80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Random Forest (Proposed)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4.69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6.33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FEATURE IMPORTANCE HIERARCHY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</a:defRPr>
            </a:pPr>
            <a:r>
              <a:t>1. Queue Length Ahead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Importance ≈ 0.52 (Primary driver of wait duration)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</a:defRPr>
            </a:pPr>
            <a:r>
              <a:t>2. Doctor Average Pace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Importance ≈ 0.15 (Consultation speed variability)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</a:defRPr>
            </a:pPr>
            <a:r>
              <a:t>3. Emergency Status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Importance ≈ 0.08 (Immediate triage bypass flag)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</a:defRPr>
            </a:pPr>
            <a:r>
              <a:t>4. Hour of Day &amp; Day of Week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Importance ≈ 0.12 (Peak-hour surge multipliers)</a:t>
            </a:r>
          </a:p>
          <a:p>
            <a:pPr>
              <a:spcBef>
                <a:spcPts val="600"/>
              </a:spcBef>
              <a:defRPr sz="1050" b="1">
                <a:solidFill>
                  <a:srgbClr val="0D9488"/>
                </a:solidFill>
              </a:defRPr>
            </a:pPr>
            <a:r>
              <a:t>5. Department Indicators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Importance ≈ 0.13 (Specialty-specific procedural durations)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4864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KEY QUANTITATIVE TAKEAWAYS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✓ 56% MAE Reduction: Random Forest dropped mean error from 10.64m to 4.69m.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✓ High Variance Explanation: R² of 0.965 confirms non-linear tree ensembles capture multiplicative hospital queue effects far better than linear formulas.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✓ Explainable AI: Feature weights directly ground natural-language explanations shown to patients.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13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Automated Testing &amp; Quality Assurance (100% Pass)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🧪 test_phase6_staff.py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Scope: Staff Auth, Live Queue, Emergency Insert (Pos #1), Atomic +1 Shift, KPI retrieval  |  Result: 100% PASS (0 errors)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🧪 test_phase7_integration.py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Scope: Patient Departure Check, Doctor Delay Overlay (+20m), Queue Advance, Neon QueueLog audit  |  Result: 100% PASS (0 errors)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🧪 test_cross_system_flow.py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Scope: End-to-End Novelty: Home departure -&gt; Triage Emergency Bump -&gt; Departure Delay Recalculation  |  Result: 100% PASS (0 errors)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🧪 test_dispatch_notifications.py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Scope: Dual WhatsApp rich format, 160-char SMS format, 1-click wa.me navigation URL  |  Result: 100% PASS (0 errors)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🧪 verify_http_departure.py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Scope: Live HTTP API network test: JWT auth, booking, nearby &amp; distant GPS departure checks  |  Result: 100% PASS (0 errors)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14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Current Project Status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COMPLETED WORK (Phases 0–7) – Tag v0.5.0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0–1: Neon PostgreSQL Database, 7 SQLModel tables, and seed scripts.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2: Core FastAPI REST routes (28 canonical endpoints), JWT auth.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3: Random Forest ML Model trained, evaluated, and embedded in backend.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4: Google Maps departure calculation engine and notification logic.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5: React Patient App with symptom selector &amp; live countdown tracker.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6: React Staff Triage Dashboard with emergency insertion controls.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✓ Phase 7: End-to-end integration, doctor disruption overlay, and audit logging.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REMAINING WORK (Phase 8 &amp; Final Report)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⏳ Phase 8 Cloud Deployment: Deploying FastAPI backend to Render / Railway.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⏳ Frontend Cloud Hosting: Deploying Patient App and Staff Dashboard to Vercel.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⏳ Production Smoke Testing: Live testing on public URLs for Dr. Rajeswari R.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⏳ Final VTU Report Preparation: Documenting architecture diagram (replacing Figure 4.1) and experimental results.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⏳ Conference Submission: Finalizing IEEE-formatted manuscript for peer-reviewed conference.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15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PROJECT SUMMARY &amp; CORE CONTRIBUTIONS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🌟 Bridged the Commute-Wait Gap: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Successfully implemented the first system integrating ML wait prediction with live home travel time, eliminating unnecessary hospital lobby waiting.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🌟 Demonstrated ML Superiority: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Random Forest achieved MAE 4.69 min and R² 0.965, outperforming Linear Regression by 56% on synthetic non-linear hospital queue datasets.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🌟 Built Cross-System Operational Resilience: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Staff triage emergencies atomically bump regular patient queues (+1) and dynamically push back departure times with zero system crashes.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🌟 Explainable &amp; Accessible: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Outputs natural language explanations alongside predictions and provides dual WhatsApp + SMS alerts for universal smartphone accessibility.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2563EB"/>
                </a:solidFill>
              </a:defRPr>
            </a:pPr>
            <a:r>
              <a:t>🌟 Full Working Prototype: 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Fully verified through 28 REST endpoints, two React frontends, and automated integration test suites.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16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Future Enhancements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1. Real-World Hospital Pilot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Deploy at partner healthcare centers subject to ethics approval to validate the system on real patient flow and historical Electronic Health Records (EHR).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2. Continuous Online Retraining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Leverage logged predicted-vs-actual consultation durations in the queue_logs table to periodically retrain and fine-tune model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3. Multi-Hospital Network Support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Scale the architecture from a single-hospital instance to a multi-tenant cloud platform connecting multiple clinics and diagnostic labs.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4. Wearable &amp; Voice AI Integration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Incorporate automated voice announcements in OPD halls and IoT smart-watch arrival notifications for elderly patients.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17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Publications &amp; Academic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RESEARCH PAPER PREPARED FOR CONFERENCE PUBLICATION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“Machine Learning-Based Prediction of Hospital Outpatient Wait Time with Travel-Time-Aware Departure Alerts”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t>Authors: Dr. R Rajeswari (Professor &amp; Guide), Abhilash K R, Anjanadri T N, Laxuman Ghotale, Naveen L</a:t>
            </a:r>
            <a:br/>
            <a:r>
              <a:t>Department of Computer Science &amp; Engineering, Shridevi Institute of Engineering &amp; Technology, Tumakuru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📜 Novelty Positioned: Documented the literature gap across 20 cited IEEE/international papers proving no existing system combines ML wait-time with proactive home-to-hospital commute alerts.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📜 Empirical Evaluation: Reported full experimental benchmarking of Random Forest (MAE 4.69m, R² 0.965) vs. Linear Regression baseline.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📜 Format &amp; Compliance: Authored in IEEE standard two-column conference format, complete with research methodology, evaluation metrics, and references.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MAJOR PROJECT PHASE 2 REVIEW | SLIDE 18</a:t>
            </a:r>
          </a:p>
          <a:p>
            <a:pPr>
              <a:spcBef>
                <a:spcPts val="4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t>References (IEEE Format)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5912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Bef>
                <a:spcPts val="0"/>
              </a:spcBef>
              <a:defRPr sz="950">
                <a:solidFill>
                  <a:srgbClr val="0F172A"/>
                </a:solidFill>
              </a:defRPr>
            </a:pPr>
            <a:r>
              <a:t>[1] D. P. Handayani, Mustafid, and B. Surarso, “Patient queue systems in hospital using patient treatment time prediction algorithm,” Kinetik: Game Technology, Information System, Computer Network, Computing, Electronics, and Control, vol. 4, no. 3, pp. 275–284, 2019.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[2] K. Teramoto and S. Kuwata, “Design and evaluation of a smartphone medical guidance app for outpatients of large-scale medical institutions: Retrospective observational study,” JMIR Formative Research, vol. 6, no. 4, p. e32948, 2022.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[3] J. Joseph, S. Senith, and A. A. Kirubaraj, “Machine learning for prediction of wait times in outpatient clinic,” Procedia Computer Science, vol. 215, pp. 230–239, 2022.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[4] M. Eshghali, D. Kannan, N. Salmanzadeh-Meydani, and A. M. E. Sikaroudi, “Machine learning based integrated scheduling and rescheduling for elective and emergency patients in the operating theatre,” Annals of Operations Research, 2023.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[5] T. K. Taton, B. Saha, A. Akter, M. J. Islam, and S. K. Mostaque, “Waiting time prediction in queue management: Leveraging machine learning approach,” in Proc. 2024 Int. Conf. Recent Progresses in Science, Engineering and Technology (ICRPSET), Rajshahi, Bangladesh, Dec. 2024, pp. 1–5.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[6] FastAPI &amp; Scikit-Learn Documentation, “FastAPI Modern Python Web Framework &amp; Scikit-Learn Machine Learning in Python,”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